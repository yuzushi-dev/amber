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MBER_MASTER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0"/>
            <a:ext cx="914400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Sovereign AI Knowledge Assistant for Carbonio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Overview | January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1: The Product Vision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Amber?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private Brain for your organization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Self-hosted AI that understands YOUR data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Email, Chat, Files, and Wikis into one Knowledge Graph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Delivers precise answers, not just list of links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On-Premise: No data ever leaves your network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GraphRAG Difference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Search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matching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relevance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Disconnected results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synthesis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"Find the document"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384048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GraphRAG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64592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understanding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 relationships (Graph)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Synthesizes answers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Cites sources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"Solve the problem"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Capabilities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Engine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Ingests PDF, Docx, HTML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 Carbonio Mail/Chat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Syncs with Confluence/Zendesk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real-time updates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46320" y="137160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query Calendar for availability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search Chat history by context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draft replies based on policy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Multi-step reasoning (Drift Search)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2: The Financial Case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Analysis (Actual Metrics)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Analyzed 6,600+ real-world interactions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Load: ~2,100 tokens per query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Cost Driver: Generation (95%)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can model costs accurately for 1,000 users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Model: 1,000 Users (3 Years)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API (GPT-4o)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Monthly: ~$2,210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3-Year Total: ~$80,000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Trend: Increasing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Value: $0 (Rent)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Security: Data leaves premise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384048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On-Premise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64592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Monthly: ~$700 (amortized)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3-Year Total: ~$25,000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Trend: Flat (Inflation hedge)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Value: Hardware Owned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Security: Air-Gapped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$55,000 Opportunity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allow customers to save ~68% vs Cloud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BUT... for Partners, this gap is REVENUE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paying OpenAI, the customer pays the Partner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shifts from Rent (Cloud) to Assets + Services (Partner)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3: The Partner Strategy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Revenue Streams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the Hardware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margin on GPU Servers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the refresh cycle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the "Appliance"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ticket size (hardware + license)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the Services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46320" y="137160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Readiness Assessments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Hygiene Audits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Connector Dev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 MSP Hosting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Partners Love Amber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Differentiation: "We offer true Private AI"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Stickiness: Once knowledge is graphed, churn is zero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Defensibility: Protects against Microsoft 365 encroachment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Control: Partner owns the customer relationship, not OpenAI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4: Regional Market Fit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Global Sovereignty Driver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Cloud AI presents Risks for Emerging Markets: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Surveillance Risk (Patriot Act)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Sanction Risk (Kill Switch)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Currency Risk (USD volatility)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solves ALL THREE simultaneously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Specifics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Russia &amp; CIS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comply with Law 152-FZ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Sanction-Proof IT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pay US entities easily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100% Offline Amber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Brazil &amp; LATAM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46320" y="137160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comply with LGPD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heavy USD OpEx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Fear of extensive fines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Partner-Hosted Sovereign Cloud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Southeast Asia (Vietnam/Indonesia)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Residency Laws (Decree 53) require local storage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push for "National Digital Independence"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enables local SIs to build "National AI Clouds"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with Government Digital Transformation goals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371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Sovereign. Intelligent. Profitable.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Partners to Own the AI Future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Amber - Sovereign AI Platform</dc:title>
  <dc:subject/>
  <dc:creator>Zextras</dc:creator>
  <cp:lastModifiedBy>Zextras</cp:lastModifiedBy>
  <cp:revision>1</cp:revision>
  <dcterms:created xsi:type="dcterms:W3CDTF">2026-01-11T20:44:00Z</dcterms:created>
  <dcterms:modified xsi:type="dcterms:W3CDTF">2026-01-11T20:44:00Z</dcterms:modified>
</cp:coreProperties>
</file>